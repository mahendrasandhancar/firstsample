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76" r:id="rId14"/>
    <p:sldId id="273" r:id="rId15"/>
    <p:sldId id="274" r:id="rId16"/>
    <p:sldId id="275" r:id="rId17"/>
    <p:sldId id="269" r:id="rId18"/>
    <p:sldId id="270" r:id="rId19"/>
    <p:sldId id="277" r:id="rId20"/>
    <p:sldId id="278" r:id="rId21"/>
    <p:sldId id="267" r:id="rId22"/>
    <p:sldId id="268" r:id="rId23"/>
    <p:sldId id="27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1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AE6D20C-EDE4-46DB-B964-4459AEF72B5A}" type="datetimeFigureOut">
              <a:rPr lang="en-US" smtClean="0"/>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E6D20C-EDE4-46DB-B964-4459AEF72B5A}" type="datetimeFigureOut">
              <a:rPr lang="en-US" smtClean="0"/>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E6D20C-EDE4-46DB-B964-4459AEF72B5A}" type="datetimeFigureOut">
              <a:rPr lang="en-US" smtClean="0"/>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E6D20C-EDE4-46DB-B964-4459AEF72B5A}" type="datetimeFigureOut">
              <a:rPr lang="en-US" smtClean="0"/>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E6D20C-EDE4-46DB-B964-4459AEF72B5A}" type="datetimeFigureOut">
              <a:rPr lang="en-US" smtClean="0"/>
              <a:t>7/27/2020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E6D20C-EDE4-46DB-B964-4459AEF72B5A}" type="datetimeFigureOut">
              <a:rPr lang="en-US" smtClean="0"/>
              <a:t>7/27/2020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E6D20C-EDE4-46DB-B964-4459AEF72B5A}" type="datetimeFigureOut">
              <a:rPr lang="en-US" smtClean="0"/>
              <a:t>7/27/2020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E6D20C-EDE4-46DB-B964-4459AEF72B5A}" type="datetimeFigureOut">
              <a:rPr lang="en-US" smtClean="0"/>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E6D20C-EDE4-46DB-B964-4459AEF72B5A}" type="datetimeFigureOut">
              <a:rPr lang="en-US" smtClean="0"/>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E6D20C-EDE4-46DB-B964-4459AEF72B5A}" type="datetimeFigureOut">
              <a:rPr lang="en-US" smtClean="0"/>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E6D20C-EDE4-46DB-B964-4459AEF72B5A}" type="datetimeFigureOut">
              <a:rPr lang="en-US" smtClean="0"/>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0C00D-7516-4B0F-9420-30B1281436A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E6D20C-EDE4-46DB-B964-4459AEF72B5A}" type="datetimeFigureOut">
              <a:rPr lang="en-US" smtClean="0"/>
              <a:t>7/27/2020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C0C00D-7516-4B0F-9420-30B1281436A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maven.apache.org/pom.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maven.apache.org/guides/introduction/introduction-to-the-lifecycle.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surasint.com/maven-life-cycle-phase-and-goal-easy-explained/"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journaldev.com/33645/maven-commands-options-cheat-shee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edureka.co/blog/interview-questions/maven-interview-question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Maven POM.XML ,Settings.xml</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settings</a:t>
            </a:r>
            <a:r>
              <a:rPr lang="en-US" dirty="0"/>
              <a:t>. </a:t>
            </a:r>
            <a:r>
              <a:rPr lang="en-US" b="1" dirty="0"/>
              <a:t>xml</a:t>
            </a:r>
            <a:r>
              <a:rPr lang="en-US" dirty="0"/>
              <a:t> contains system and/or user </a:t>
            </a:r>
            <a:r>
              <a:rPr lang="en-US" b="1" dirty="0"/>
              <a:t>configuration</a:t>
            </a:r>
            <a:r>
              <a:rPr lang="en-US" dirty="0"/>
              <a:t>, while the </a:t>
            </a:r>
            <a:r>
              <a:rPr lang="en-US" b="1" dirty="0" err="1"/>
              <a:t>pom</a:t>
            </a:r>
            <a:r>
              <a:rPr lang="en-US" dirty="0"/>
              <a:t>. </a:t>
            </a:r>
            <a:r>
              <a:rPr lang="en-US" b="1" dirty="0"/>
              <a:t>xml</a:t>
            </a:r>
            <a:r>
              <a:rPr lang="en-US" dirty="0"/>
              <a:t> contains project information. </a:t>
            </a:r>
            <a:endParaRPr lang="en-US" dirty="0" smtClean="0"/>
          </a:p>
          <a:p>
            <a:r>
              <a:rPr lang="en-US" dirty="0" smtClean="0"/>
              <a:t>All </a:t>
            </a:r>
            <a:r>
              <a:rPr lang="en-US" dirty="0"/>
              <a:t>build </a:t>
            </a:r>
            <a:r>
              <a:rPr lang="en-US" b="1" dirty="0"/>
              <a:t>configuration</a:t>
            </a:r>
            <a:r>
              <a:rPr lang="en-US" dirty="0"/>
              <a:t> ends up </a:t>
            </a:r>
            <a:r>
              <a:rPr lang="en-US" b="1" dirty="0"/>
              <a:t>in the </a:t>
            </a:r>
            <a:r>
              <a:rPr lang="en-US" b="1" dirty="0" err="1"/>
              <a:t>pom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settings</a:t>
            </a:r>
            <a:r>
              <a:rPr lang="en-US" dirty="0"/>
              <a:t>. </a:t>
            </a:r>
            <a:r>
              <a:rPr lang="en-US" b="1" dirty="0"/>
              <a:t>xml</a:t>
            </a:r>
            <a:r>
              <a:rPr lang="en-US" dirty="0"/>
              <a:t> is not </a:t>
            </a:r>
            <a:r>
              <a:rPr lang="en-US" b="1" dirty="0"/>
              <a:t>required</a:t>
            </a:r>
            <a:r>
              <a:rPr lang="en-US" dirty="0"/>
              <a:t> (and thus not </a:t>
            </a:r>
            <a:r>
              <a:rPr lang="en-US" dirty="0" err="1"/>
              <a:t>autocreated</a:t>
            </a:r>
            <a:r>
              <a:rPr lang="en-US" dirty="0"/>
              <a:t> in ~/. m2 folder) unless you want to change the default </a:t>
            </a:r>
            <a:r>
              <a:rPr lang="en-US" b="1" dirty="0"/>
              <a:t>settings</a:t>
            </a:r>
            <a:r>
              <a:rPr lang="en-US" dirty="0"/>
              <a:t>. </a:t>
            </a:r>
            <a:endParaRPr lang="en-US" dirty="0" smtClean="0"/>
          </a:p>
          <a:p>
            <a:r>
              <a:rPr lang="en-US" dirty="0" smtClean="0"/>
              <a:t>Standalone</a:t>
            </a:r>
            <a:r>
              <a:rPr lang="en-US" dirty="0"/>
              <a:t> </a:t>
            </a:r>
            <a:r>
              <a:rPr lang="en-US" b="1" dirty="0"/>
              <a:t>maven</a:t>
            </a:r>
            <a:r>
              <a:rPr lang="en-US" dirty="0"/>
              <a:t> and the </a:t>
            </a:r>
            <a:r>
              <a:rPr lang="en-US" b="1" dirty="0"/>
              <a:t>maven</a:t>
            </a:r>
            <a:r>
              <a:rPr lang="en-US" dirty="0"/>
              <a:t> in eclipse will use the same local repository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fontAlgn="base"/>
            <a:r>
              <a:rPr lang="en-US" dirty="0"/>
              <a:t>settings.xml is your user preferences. It lives in your main Maven directory (usually $HOME/.m2) and holds your own settings, like listings for non-public repositories, usernames, and other personalized configuration.</a:t>
            </a:r>
          </a:p>
          <a:p>
            <a:pPr fontAlgn="base"/>
            <a:r>
              <a:rPr lang="en-US" dirty="0"/>
              <a:t>pom.xml is the control file for each Maven project or module. It tells Maven which dependencies the project needs, what processing to apply to build it, and how to package it when it's ready. The POM is part of the project itself, and so information that's necessary to build the project (such as listing which plug-ins to use when building) should go there.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The repositories for download and deployment are defined by the </a:t>
            </a:r>
            <a:r>
              <a:rPr lang="en-US" dirty="0">
                <a:hlinkClick r:id="rId2"/>
              </a:rPr>
              <a:t>repositories</a:t>
            </a:r>
            <a:r>
              <a:rPr lang="en-US" dirty="0"/>
              <a:t> and </a:t>
            </a:r>
            <a:r>
              <a:rPr lang="en-US" dirty="0" err="1">
                <a:hlinkClick r:id="rId2"/>
              </a:rPr>
              <a:t>distributionManagement</a:t>
            </a:r>
            <a:r>
              <a:rPr lang="en-US" dirty="0"/>
              <a:t> elements of the POM</a:t>
            </a:r>
            <a:r>
              <a:rPr lang="en-US" dirty="0" smtClean="0"/>
              <a:t>.</a:t>
            </a:r>
          </a:p>
          <a:p>
            <a:r>
              <a:rPr lang="en-US" dirty="0" smtClean="0"/>
              <a:t> </a:t>
            </a:r>
            <a:r>
              <a:rPr lang="en-US" dirty="0"/>
              <a:t>However, certain settings such as </a:t>
            </a:r>
            <a:r>
              <a:rPr lang="en-US" dirty="0" smtClean="0"/>
              <a:t>username</a:t>
            </a:r>
            <a:r>
              <a:rPr lang="en-US" dirty="0"/>
              <a:t> and </a:t>
            </a:r>
            <a:r>
              <a:rPr lang="en-US" dirty="0" smtClean="0"/>
              <a:t>password</a:t>
            </a:r>
            <a:r>
              <a:rPr lang="en-US" dirty="0"/>
              <a:t> should not be distributed along with the </a:t>
            </a:r>
            <a:r>
              <a:rPr lang="en-US" dirty="0" smtClean="0"/>
              <a:t>pom.xml</a:t>
            </a:r>
            <a:r>
              <a:rPr lang="en-US" dirty="0"/>
              <a:t>. This type of information should exist on the build server in the </a:t>
            </a:r>
            <a:r>
              <a:rPr lang="en-US" dirty="0" smtClean="0"/>
              <a:t>settings.xml</a:t>
            </a:r>
            <a:r>
              <a:rPr 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Build </a:t>
            </a:r>
            <a:r>
              <a:rPr lang="en-US" b="1" dirty="0"/>
              <a:t>profile</a:t>
            </a:r>
            <a:r>
              <a:rPr lang="en-US" dirty="0"/>
              <a:t> is a set of configuration values, which can be used to set or override default values of </a:t>
            </a:r>
            <a:r>
              <a:rPr lang="en-US" b="1" dirty="0"/>
              <a:t>Maven</a:t>
            </a:r>
            <a:r>
              <a:rPr lang="en-US" dirty="0"/>
              <a:t> build</a:t>
            </a:r>
            <a:r>
              <a:rPr lang="en-US" dirty="0" smtClean="0"/>
              <a:t>.</a:t>
            </a:r>
          </a:p>
          <a:p>
            <a:r>
              <a:rPr lang="en-US" dirty="0" smtClean="0"/>
              <a:t> </a:t>
            </a:r>
            <a:r>
              <a:rPr lang="en-US" dirty="0"/>
              <a:t>Using a build </a:t>
            </a:r>
            <a:r>
              <a:rPr lang="en-US" b="1" dirty="0"/>
              <a:t>profile</a:t>
            </a:r>
            <a:r>
              <a:rPr lang="en-US" dirty="0"/>
              <a:t>, you can customize build for different environments such as Production v/s Development environments</a:t>
            </a:r>
            <a:r>
              <a:rPr lang="en-US" dirty="0" smtClean="0"/>
              <a:t>.</a:t>
            </a:r>
          </a:p>
          <a:p>
            <a:r>
              <a:rPr lang="en-US" dirty="0"/>
              <a:t> </a:t>
            </a:r>
            <a:r>
              <a:rPr lang="en-US" b="1" dirty="0"/>
              <a:t>Profiles</a:t>
            </a:r>
            <a:r>
              <a:rPr lang="en-US" dirty="0"/>
              <a:t> are specified in </a:t>
            </a:r>
            <a:r>
              <a:rPr lang="en-US" dirty="0" err="1"/>
              <a:t>pom</a:t>
            </a:r>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build phases are executed sequentially. When we run a maven build command, we specify the phase to be executed. </a:t>
            </a:r>
            <a:endParaRPr lang="en-US" dirty="0" smtClean="0"/>
          </a:p>
          <a:p>
            <a:r>
              <a:rPr lang="en-US" dirty="0" smtClean="0"/>
              <a:t>Any </a:t>
            </a:r>
            <a:r>
              <a:rPr lang="en-US" dirty="0"/>
              <a:t>maven build phases that come before the specified phase is also executed. For example, if we run </a:t>
            </a:r>
            <a:r>
              <a:rPr lang="en-US" dirty="0" err="1" smtClean="0"/>
              <a:t>mvn</a:t>
            </a:r>
            <a:r>
              <a:rPr lang="en-US" dirty="0" smtClean="0"/>
              <a:t> package</a:t>
            </a:r>
            <a:r>
              <a:rPr lang="en-US" dirty="0"/>
              <a:t> then it will execute validate, compile, test, and package phases of the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syntax to execute a goal is:</a:t>
            </a:r>
          </a:p>
          <a:p>
            <a:pPr>
              <a:buNone/>
            </a:pPr>
            <a:r>
              <a:rPr lang="en-US" dirty="0" smtClean="0"/>
              <a:t> </a:t>
            </a:r>
            <a:r>
              <a:rPr lang="en-US" dirty="0" err="1" smtClean="0"/>
              <a:t>mvn</a:t>
            </a:r>
            <a:r>
              <a:rPr lang="en-US" dirty="0" smtClean="0"/>
              <a:t> </a:t>
            </a:r>
            <a:r>
              <a:rPr lang="en-US" dirty="0" err="1" smtClean="0"/>
              <a:t>plugin-</a:t>
            </a:r>
            <a:r>
              <a:rPr lang="en-US" dirty="0" err="1"/>
              <a:t>prefix:</a:t>
            </a:r>
            <a:r>
              <a:rPr lang="en-US" dirty="0" err="1" smtClean="0"/>
              <a:t>goal</a:t>
            </a:r>
            <a:r>
              <a:rPr lang="en-US" dirty="0" smtClean="0"/>
              <a:t> </a:t>
            </a:r>
          </a:p>
          <a:p>
            <a:pPr>
              <a:buNone/>
            </a:pPr>
            <a:r>
              <a:rPr lang="en-US" dirty="0" smtClean="0"/>
              <a:t> </a:t>
            </a:r>
            <a:r>
              <a:rPr lang="en-US" dirty="0" err="1" smtClean="0"/>
              <a:t>mvn</a:t>
            </a:r>
            <a:r>
              <a:rPr lang="en-US" dirty="0" smtClean="0"/>
              <a:t> </a:t>
            </a:r>
            <a:r>
              <a:rPr lang="en-US" dirty="0" err="1" smtClean="0"/>
              <a:t>plugin</a:t>
            </a:r>
            <a:r>
              <a:rPr lang="en-US" dirty="0" smtClean="0"/>
              <a:t>-group-</a:t>
            </a:r>
            <a:r>
              <a:rPr lang="en-US" dirty="0" err="1"/>
              <a:t>id:</a:t>
            </a:r>
            <a:r>
              <a:rPr lang="en-US" dirty="0" err="1" smtClean="0"/>
              <a:t>plugin</a:t>
            </a:r>
            <a:r>
              <a:rPr lang="en-US" dirty="0" smtClean="0"/>
              <a:t>-artifact-id[</a:t>
            </a:r>
            <a:r>
              <a:rPr lang="en-US" dirty="0"/>
              <a:t>:</a:t>
            </a:r>
            <a:r>
              <a:rPr lang="en-US" dirty="0" err="1"/>
              <a:t>plugin</a:t>
            </a:r>
            <a:r>
              <a:rPr lang="en-US" dirty="0"/>
              <a:t>-version</a:t>
            </a:r>
            <a:r>
              <a:rPr lang="en-US" dirty="0" smtClean="0"/>
              <a:t>]</a:t>
            </a:r>
            <a:r>
              <a:rPr lang="en-US" dirty="0"/>
              <a:t>:goal</a:t>
            </a:r>
            <a:r>
              <a:rPr lang="en-US" dirty="0" smtClean="0"/>
              <a:t> </a:t>
            </a:r>
          </a:p>
          <a:p>
            <a:pPr>
              <a:buNone/>
            </a:pPr>
            <a:r>
              <a:rPr lang="en-US" dirty="0" smtClean="0"/>
              <a:t>Here </a:t>
            </a:r>
            <a:r>
              <a:rPr lang="en-US" dirty="0"/>
              <a:t>is an example to execute the dependency tree goal from the command line. It’s not part of any build phases.</a:t>
            </a:r>
          </a:p>
          <a:p>
            <a:r>
              <a:rPr lang="en-US" dirty="0" err="1"/>
              <a:t>mvn</a:t>
            </a:r>
            <a:r>
              <a:rPr lang="en-US" dirty="0" smtClean="0"/>
              <a:t> </a:t>
            </a:r>
            <a:r>
              <a:rPr lang="en-US" dirty="0" err="1"/>
              <a:t>dependency:tree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maven builds executed through the command line runs a set of phases and goals. The pom.xml configuration plays a major role in setting up the project build lifecycle.</a:t>
            </a:r>
          </a:p>
          <a:p>
            <a:r>
              <a:rPr lang="en-US" dirty="0"/>
              <a:t>The packaging value of pom.xml file defines the set of goals to be executed by the maven build. For example, if it’s jar then the following phases and goals will be executed.</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600200" y="1219201"/>
            <a:ext cx="5019675" cy="56388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 can also configure goals in the pom.xml file using the </a:t>
            </a:r>
            <a:r>
              <a:rPr lang="en-US" dirty="0" err="1"/>
              <a:t>plugins</a:t>
            </a:r>
            <a:r>
              <a:rPr lang="en-US" dirty="0"/>
              <a:t> element. This is mostly required when you have created a custom </a:t>
            </a:r>
            <a:r>
              <a:rPr lang="en-US" dirty="0" err="1"/>
              <a:t>plugin</a:t>
            </a:r>
            <a:r>
              <a:rPr lang="en-US" dirty="0"/>
              <a:t> and want to execute any specific goal for a build phase.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r>
              <a:rPr lang="en-US" dirty="0"/>
              <a:t>Life cycle is a sequence of named </a:t>
            </a:r>
            <a:r>
              <a:rPr lang="en-US" b="1" dirty="0"/>
              <a:t>phases</a:t>
            </a:r>
            <a:r>
              <a:rPr lang="en-US" dirty="0"/>
              <a:t>.</a:t>
            </a:r>
            <a:br>
              <a:rPr lang="en-US" dirty="0"/>
            </a:br>
            <a:r>
              <a:rPr lang="en-US" dirty="0"/>
              <a:t>Phases executes sequentially. Executing a phase means executes all previous phases.</a:t>
            </a:r>
          </a:p>
          <a:p>
            <a:pPr fontAlgn="base"/>
            <a:r>
              <a:rPr lang="en-US" dirty="0" err="1"/>
              <a:t>Plugin</a:t>
            </a:r>
            <a:r>
              <a:rPr lang="en-US" dirty="0"/>
              <a:t> is a collection of </a:t>
            </a:r>
            <a:r>
              <a:rPr lang="en-US" b="1" dirty="0"/>
              <a:t>goals</a:t>
            </a:r>
            <a:r>
              <a:rPr lang="en-US" dirty="0"/>
              <a:t> also called MOJO (</a:t>
            </a:r>
            <a:r>
              <a:rPr lang="en-US" b="1" dirty="0"/>
              <a:t>M</a:t>
            </a:r>
            <a:r>
              <a:rPr lang="en-US" dirty="0"/>
              <a:t>aven </a:t>
            </a:r>
            <a:r>
              <a:rPr lang="en-US" b="1" dirty="0"/>
              <a:t>O</a:t>
            </a:r>
            <a:r>
              <a:rPr lang="en-US" dirty="0"/>
              <a:t>ld </a:t>
            </a:r>
            <a:r>
              <a:rPr lang="en-US" b="1" dirty="0"/>
              <a:t>J</a:t>
            </a:r>
            <a:r>
              <a:rPr lang="en-US" dirty="0"/>
              <a:t>ava </a:t>
            </a:r>
            <a:r>
              <a:rPr lang="en-US" b="1" dirty="0"/>
              <a:t>O</a:t>
            </a:r>
            <a:r>
              <a:rPr lang="en-US" dirty="0"/>
              <a:t>bject).</a:t>
            </a:r>
            <a:br>
              <a:rPr lang="en-US" dirty="0"/>
            </a:br>
            <a:r>
              <a:rPr lang="en-US" dirty="0"/>
              <a:t>Analogy : </a:t>
            </a:r>
            <a:r>
              <a:rPr lang="en-US" dirty="0" err="1"/>
              <a:t>Plugin</a:t>
            </a:r>
            <a:r>
              <a:rPr lang="en-US" dirty="0"/>
              <a:t> is a class and goals are methods within the class.</a:t>
            </a:r>
          </a:p>
          <a:p>
            <a:pPr fontAlgn="base"/>
            <a:r>
              <a:rPr lang="en-US" dirty="0"/>
              <a:t>Maven is based around the central concept of a </a:t>
            </a:r>
            <a:r>
              <a:rPr lang="en-US" b="1" dirty="0"/>
              <a:t>Build Life Cycles</a:t>
            </a:r>
            <a:r>
              <a:rPr lang="en-US" dirty="0"/>
              <a:t>. Inside each </a:t>
            </a:r>
            <a:r>
              <a:rPr lang="en-US" i="1" dirty="0"/>
              <a:t>Build Life Cycles</a:t>
            </a:r>
            <a:r>
              <a:rPr lang="en-US" dirty="0"/>
              <a:t> there are </a:t>
            </a:r>
            <a:r>
              <a:rPr lang="en-US" b="1" dirty="0"/>
              <a:t>Build Phases</a:t>
            </a:r>
            <a:r>
              <a:rPr lang="en-US" dirty="0"/>
              <a:t>, and inside each </a:t>
            </a:r>
            <a:r>
              <a:rPr lang="en-US" i="1" dirty="0"/>
              <a:t>Build Phases</a:t>
            </a:r>
            <a:r>
              <a:rPr lang="en-US" dirty="0"/>
              <a:t> there are </a:t>
            </a:r>
            <a:r>
              <a:rPr lang="en-US" b="1" dirty="0"/>
              <a:t>Build Goals</a:t>
            </a:r>
            <a:r>
              <a:rPr lang="en-US" dirty="0"/>
              <a:t>.</a:t>
            </a:r>
          </a:p>
          <a:p>
            <a:pPr fontAlgn="base"/>
            <a:r>
              <a:rPr lang="en-US" dirty="0"/>
              <a:t>We can execute either a build phase or build goal. When executing a build phase we execute all build goals within that build phase. Build goals are assigned to one or more build phases. We can also execute a build goal directly.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fontAlgn="base">
              <a:buNone/>
            </a:pPr>
            <a:r>
              <a:rPr lang="en-US" dirty="0" smtClean="0"/>
              <a:t>Three </a:t>
            </a:r>
            <a:r>
              <a:rPr lang="en-US" dirty="0"/>
              <a:t>built-in build lifecycles:</a:t>
            </a:r>
          </a:p>
          <a:p>
            <a:pPr fontAlgn="base"/>
            <a:r>
              <a:rPr lang="en-US" dirty="0"/>
              <a:t>default</a:t>
            </a:r>
          </a:p>
          <a:p>
            <a:pPr fontAlgn="base"/>
            <a:r>
              <a:rPr lang="en-US" dirty="0"/>
              <a:t>clean</a:t>
            </a:r>
          </a:p>
          <a:p>
            <a:pPr fontAlgn="base"/>
            <a:r>
              <a:rPr lang="en-US" dirty="0"/>
              <a:t>site</a:t>
            </a:r>
          </a:p>
          <a:p>
            <a:pPr fontAlgn="base"/>
            <a:r>
              <a:rPr lang="en-US" b="1" dirty="0"/>
              <a:t>Lifecycle default</a:t>
            </a:r>
            <a:r>
              <a:rPr lang="en-US" dirty="0"/>
              <a:t> -&gt; [validate, initialize, generate-sources, process-sources, generate-resources, process-resources, compile, process-classes, generate-test-sources, process-test-sources, generate-test-resources, process-test-resources, test-compile, process-test-classes, test, prepare-package, package, pre-integration-test, integration-test, post-integration-test, verify, install, deploy]</a:t>
            </a:r>
          </a:p>
          <a:p>
            <a:pPr fontAlgn="base"/>
            <a:r>
              <a:rPr lang="en-US" b="1" dirty="0"/>
              <a:t>Lifecycle clean</a:t>
            </a:r>
            <a:r>
              <a:rPr lang="en-US" dirty="0"/>
              <a:t> -&gt; [pre-clean, clean, post-clean]</a:t>
            </a:r>
          </a:p>
          <a:p>
            <a:pPr fontAlgn="base"/>
            <a:r>
              <a:rPr lang="en-US" b="1" dirty="0"/>
              <a:t>Lifecycle site</a:t>
            </a:r>
            <a:r>
              <a:rPr lang="en-US" dirty="0"/>
              <a:t> -&gt; [pre-site, site, post-site, site-deploy]</a:t>
            </a:r>
          </a:p>
          <a:p>
            <a:pPr fontAlgn="base"/>
            <a:r>
              <a:rPr lang="en-US" dirty="0"/>
              <a:t>The flow is sequential, for example, for </a:t>
            </a:r>
            <a:r>
              <a:rPr lang="en-US" i="1" dirty="0"/>
              <a:t>default</a:t>
            </a:r>
            <a:r>
              <a:rPr lang="en-US" dirty="0"/>
              <a:t> lifecycle, it starts with </a:t>
            </a:r>
            <a:r>
              <a:rPr lang="en-US" i="1" dirty="0"/>
              <a:t>validate</a:t>
            </a:r>
            <a:r>
              <a:rPr lang="en-US" dirty="0"/>
              <a:t>, then </a:t>
            </a:r>
            <a:r>
              <a:rPr lang="en-US" i="1" dirty="0"/>
              <a:t>initialize</a:t>
            </a:r>
            <a:r>
              <a:rPr lang="en-US" dirty="0"/>
              <a:t> and so on...</a:t>
            </a:r>
          </a:p>
          <a:p>
            <a:pPr fontAlgn="base"/>
            <a:r>
              <a:rPr lang="en-US" dirty="0"/>
              <a:t>You can check the lifecycle by enabling debug mode of </a:t>
            </a:r>
            <a:r>
              <a:rPr lang="en-US" dirty="0" err="1"/>
              <a:t>mvn</a:t>
            </a:r>
            <a:r>
              <a:rPr lang="en-US" dirty="0"/>
              <a:t> i.e., </a:t>
            </a:r>
            <a:r>
              <a:rPr lang="en-US" dirty="0" err="1"/>
              <a:t>mvn</a:t>
            </a:r>
            <a:r>
              <a:rPr lang="en-US" dirty="0"/>
              <a:t> -X &lt;</a:t>
            </a:r>
            <a:r>
              <a:rPr lang="en-US" dirty="0" err="1"/>
              <a:t>your_goal</a:t>
            </a:r>
            <a:r>
              <a:rPr lang="en-US" dirty="0"/>
              <a:t>&gt;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nter image description here"/>
          <p:cNvPicPr>
            <a:picLocks noGrp="1"/>
          </p:cNvPicPr>
          <p:nvPr>
            <p:ph idx="1"/>
          </p:nvPr>
        </p:nvPicPr>
        <p:blipFill>
          <a:blip r:embed="rId2"/>
          <a:srcRect/>
          <a:stretch>
            <a:fillRect/>
          </a:stretch>
        </p:blipFill>
        <p:spPr bwMode="auto">
          <a:xfrm>
            <a:off x="475542" y="1600200"/>
            <a:ext cx="8192916" cy="452596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buNone/>
            </a:pPr>
            <a:r>
              <a:rPr lang="en-US" sz="1800" b="1" dirty="0"/>
              <a:t>1. Life Cycle </a:t>
            </a:r>
            <a:r>
              <a:rPr lang="en-US" sz="1800" b="1" dirty="0" err="1"/>
              <a:t>vs</a:t>
            </a:r>
            <a:r>
              <a:rPr lang="en-US" sz="1800" b="1" dirty="0"/>
              <a:t> Phase</a:t>
            </a:r>
            <a:endParaRPr lang="en-US" sz="1800" dirty="0"/>
          </a:p>
          <a:p>
            <a:pPr fontAlgn="base"/>
            <a:r>
              <a:rPr lang="en-US" sz="1800" b="1" dirty="0"/>
              <a:t>Life Cycle</a:t>
            </a:r>
            <a:r>
              <a:rPr lang="en-US" sz="1800" dirty="0"/>
              <a:t> is a collection of </a:t>
            </a:r>
            <a:r>
              <a:rPr lang="en-US" sz="1800" b="1" dirty="0"/>
              <a:t>phase</a:t>
            </a:r>
            <a:r>
              <a:rPr lang="en-US" sz="1800" dirty="0"/>
              <a:t> in sequence see here </a:t>
            </a:r>
            <a:r>
              <a:rPr lang="en-US" sz="1800" u="sng" dirty="0">
                <a:hlinkClick r:id="rId2"/>
              </a:rPr>
              <a:t>Life Cycle References</a:t>
            </a:r>
            <a:r>
              <a:rPr lang="en-US" sz="1800" dirty="0"/>
              <a:t>. When you call a </a:t>
            </a:r>
            <a:r>
              <a:rPr lang="en-US" sz="1800" b="1" dirty="0"/>
              <a:t>phase</a:t>
            </a:r>
            <a:r>
              <a:rPr lang="en-US" sz="1800" dirty="0"/>
              <a:t>, it will also call all </a:t>
            </a:r>
            <a:r>
              <a:rPr lang="en-US" sz="1800" b="1" dirty="0"/>
              <a:t>phase</a:t>
            </a:r>
            <a:r>
              <a:rPr lang="en-US" sz="1800" dirty="0"/>
              <a:t> before it.</a:t>
            </a:r>
          </a:p>
          <a:p>
            <a:pPr fontAlgn="base"/>
            <a:r>
              <a:rPr lang="en-US" sz="1800" dirty="0"/>
              <a:t>For example, the </a:t>
            </a:r>
            <a:r>
              <a:rPr lang="en-US" sz="1800" b="1" dirty="0"/>
              <a:t>clean life cycle</a:t>
            </a:r>
            <a:r>
              <a:rPr lang="en-US" sz="1800" dirty="0"/>
              <a:t> has 3 phases (</a:t>
            </a:r>
            <a:r>
              <a:rPr lang="en-US" sz="1800" b="1" dirty="0"/>
              <a:t>pre-clean, clean, post-clean</a:t>
            </a:r>
            <a:r>
              <a:rPr lang="en-US" sz="1800" dirty="0"/>
              <a:t>).</a:t>
            </a:r>
          </a:p>
          <a:p>
            <a:pPr fontAlgn="base"/>
            <a:r>
              <a:rPr lang="en-US" sz="1800" dirty="0" err="1"/>
              <a:t>mvn</a:t>
            </a:r>
            <a:r>
              <a:rPr lang="en-US" sz="1800" dirty="0"/>
              <a:t> </a:t>
            </a:r>
            <a:r>
              <a:rPr lang="en-US" sz="1800" dirty="0" smtClean="0"/>
              <a:t>clean</a:t>
            </a:r>
          </a:p>
          <a:p>
            <a:pPr fontAlgn="base"/>
            <a:r>
              <a:rPr lang="en-US" sz="1800" dirty="0" smtClean="0"/>
              <a:t>It </a:t>
            </a:r>
            <a:r>
              <a:rPr lang="en-US" sz="1800" dirty="0"/>
              <a:t>will call </a:t>
            </a:r>
            <a:r>
              <a:rPr lang="en-US" sz="1800" b="1" dirty="0"/>
              <a:t>pre-clean</a:t>
            </a:r>
            <a:r>
              <a:rPr lang="en-US" sz="1800" dirty="0"/>
              <a:t> and </a:t>
            </a:r>
            <a:r>
              <a:rPr lang="en-US" sz="1800" b="1" dirty="0"/>
              <a:t>clean</a:t>
            </a:r>
            <a:r>
              <a:rPr lang="en-US" sz="1800" dirty="0"/>
              <a:t>.</a:t>
            </a:r>
          </a:p>
          <a:p>
            <a:pPr fontAlgn="base">
              <a:buNone/>
            </a:pPr>
            <a:r>
              <a:rPr lang="en-US" sz="1800" b="1" dirty="0"/>
              <a:t>2. </a:t>
            </a:r>
            <a:r>
              <a:rPr lang="en-US" sz="1800" b="1" dirty="0" err="1"/>
              <a:t>Plugin</a:t>
            </a:r>
            <a:r>
              <a:rPr lang="en-US" sz="1800" b="1" dirty="0"/>
              <a:t> </a:t>
            </a:r>
            <a:r>
              <a:rPr lang="en-US" sz="1800" b="1" dirty="0" err="1"/>
              <a:t>vs</a:t>
            </a:r>
            <a:r>
              <a:rPr lang="en-US" sz="1800" b="1" dirty="0"/>
              <a:t> Goal</a:t>
            </a:r>
            <a:endParaRPr lang="en-US" sz="1800" dirty="0"/>
          </a:p>
          <a:p>
            <a:pPr fontAlgn="base">
              <a:buNone/>
            </a:pPr>
            <a:r>
              <a:rPr lang="en-US" sz="1800" b="1" dirty="0"/>
              <a:t>Goal</a:t>
            </a:r>
            <a:r>
              <a:rPr lang="en-US" sz="1800" dirty="0"/>
              <a:t> is like an action in </a:t>
            </a:r>
            <a:r>
              <a:rPr lang="en-US" sz="1800" b="1" dirty="0" err="1"/>
              <a:t>Plugin</a:t>
            </a:r>
            <a:r>
              <a:rPr lang="en-US" sz="1800" dirty="0"/>
              <a:t>. So if </a:t>
            </a:r>
            <a:r>
              <a:rPr lang="en-US" sz="1800" dirty="0" err="1"/>
              <a:t>plugin</a:t>
            </a:r>
            <a:r>
              <a:rPr lang="en-US" sz="1800" dirty="0"/>
              <a:t> is a class, goal is a method.</a:t>
            </a:r>
          </a:p>
          <a:p>
            <a:pPr fontAlgn="base"/>
            <a:r>
              <a:rPr lang="en-US" sz="1800" dirty="0"/>
              <a:t>you can call a goal like this:</a:t>
            </a:r>
          </a:p>
          <a:p>
            <a:pPr fontAlgn="base"/>
            <a:r>
              <a:rPr lang="en-US" sz="1800" dirty="0" err="1"/>
              <a:t>mvn</a:t>
            </a:r>
            <a:r>
              <a:rPr lang="en-US" sz="1800" dirty="0"/>
              <a:t> </a:t>
            </a:r>
            <a:r>
              <a:rPr lang="en-US" sz="1800" dirty="0" err="1" smtClean="0"/>
              <a:t>clean:clean</a:t>
            </a:r>
            <a:endParaRPr lang="en-US" sz="1800" dirty="0" smtClean="0"/>
          </a:p>
          <a:p>
            <a:pPr fontAlgn="base"/>
            <a:endParaRPr lang="en-US" sz="1800" dirty="0"/>
          </a:p>
          <a:p>
            <a:pPr fontAlgn="base"/>
            <a:r>
              <a:rPr lang="en-US" sz="1800" dirty="0" smtClean="0"/>
              <a:t>This </a:t>
            </a:r>
            <a:r>
              <a:rPr lang="en-US" sz="1800" dirty="0"/>
              <a:t>means "call the clean goal, in the clean </a:t>
            </a:r>
            <a:r>
              <a:rPr lang="en-US" sz="1800" dirty="0" err="1"/>
              <a:t>plugin</a:t>
            </a:r>
            <a:r>
              <a:rPr lang="en-US" sz="1800" dirty="0"/>
              <a:t>" (Nothing relates to the clean phase here. Don't let the </a:t>
            </a:r>
            <a:r>
              <a:rPr lang="en-US" sz="1800" dirty="0" err="1"/>
              <a:t>word"clean</a:t>
            </a:r>
            <a:r>
              <a:rPr lang="en-US" sz="1800" dirty="0"/>
              <a:t>" confusing you, they are not the same!)</a:t>
            </a:r>
          </a:p>
          <a:p>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buNone/>
            </a:pPr>
            <a:r>
              <a:rPr lang="en-US" b="1" dirty="0" smtClean="0"/>
              <a:t>3. Now the relation between Phase &amp; Goal:</a:t>
            </a:r>
            <a:endParaRPr lang="en-US" dirty="0" smtClean="0"/>
          </a:p>
          <a:p>
            <a:pPr fontAlgn="base">
              <a:buNone/>
            </a:pPr>
            <a:r>
              <a:rPr lang="en-US" b="1" dirty="0" smtClean="0"/>
              <a:t>Phase</a:t>
            </a:r>
            <a:r>
              <a:rPr lang="en-US" dirty="0" smtClean="0"/>
              <a:t> can (pre)links to </a:t>
            </a:r>
            <a:r>
              <a:rPr lang="en-US" b="1" dirty="0" smtClean="0"/>
              <a:t>Goal</a:t>
            </a:r>
            <a:r>
              <a:rPr lang="en-US" dirty="0" smtClean="0"/>
              <a:t>(s).</a:t>
            </a:r>
          </a:p>
          <a:p>
            <a:pPr fontAlgn="base"/>
            <a:r>
              <a:rPr lang="en-US" dirty="0" smtClean="0"/>
              <a:t>For example, normally, the clean phase links to the clean goal. So, when you call this command:</a:t>
            </a:r>
          </a:p>
          <a:p>
            <a:pPr fontAlgn="base"/>
            <a:r>
              <a:rPr lang="en-US" dirty="0" err="1" smtClean="0"/>
              <a:t>mvn</a:t>
            </a:r>
            <a:r>
              <a:rPr lang="en-US" dirty="0" smtClean="0"/>
              <a:t> clean</a:t>
            </a:r>
          </a:p>
          <a:p>
            <a:pPr fontAlgn="base"/>
            <a:r>
              <a:rPr lang="en-US" dirty="0" smtClean="0"/>
              <a:t>It will call the pre-clean phase and the clean phase which links to the </a:t>
            </a:r>
            <a:r>
              <a:rPr lang="en-US" dirty="0" err="1" smtClean="0"/>
              <a:t>clean:clean</a:t>
            </a:r>
            <a:r>
              <a:rPr lang="en-US" dirty="0" smtClean="0"/>
              <a:t> goal.</a:t>
            </a:r>
          </a:p>
          <a:p>
            <a:pPr fontAlgn="base"/>
            <a:r>
              <a:rPr lang="en-US" dirty="0" smtClean="0"/>
              <a:t>It is almost the same as:</a:t>
            </a:r>
          </a:p>
          <a:p>
            <a:pPr fontAlgn="base"/>
            <a:r>
              <a:rPr lang="en-US" dirty="0" err="1" smtClean="0"/>
              <a:t>mvn</a:t>
            </a:r>
            <a:r>
              <a:rPr lang="en-US" dirty="0" smtClean="0"/>
              <a:t> pre-clean </a:t>
            </a:r>
            <a:r>
              <a:rPr lang="en-US" dirty="0" err="1" smtClean="0"/>
              <a:t>clean:clean</a:t>
            </a:r>
            <a:endParaRPr lang="en-US" dirty="0" smtClean="0"/>
          </a:p>
          <a:p>
            <a:pPr fontAlgn="base"/>
            <a:endParaRPr lang="en-US" dirty="0"/>
          </a:p>
          <a:p>
            <a:pPr fontAlgn="base"/>
            <a:r>
              <a:rPr lang="en-US" dirty="0" smtClean="0"/>
              <a:t>More detail and full examples are in </a:t>
            </a:r>
            <a:r>
              <a:rPr lang="en-US" u="sng" dirty="0" smtClean="0">
                <a:hlinkClick r:id="rId2"/>
              </a:rPr>
              <a:t>https://www.surasint.com/maven-life-cycle-phase-and-goal-easy-explained/</a:t>
            </a:r>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b="1" dirty="0" smtClean="0"/>
              <a:t>Build </a:t>
            </a:r>
            <a:r>
              <a:rPr lang="en-US" b="1" dirty="0"/>
              <a:t>lifecycle of Maven.</a:t>
            </a:r>
            <a:endParaRPr lang="en-US" dirty="0"/>
          </a:p>
          <a:p>
            <a:r>
              <a:rPr lang="en-US" dirty="0"/>
              <a:t>The three build lifecycles are −</a:t>
            </a:r>
          </a:p>
          <a:p>
            <a:r>
              <a:rPr lang="en-US" b="1" dirty="0"/>
              <a:t>clean</a:t>
            </a:r>
            <a:r>
              <a:rPr lang="en-US" dirty="0"/>
              <a:t>: cleans up artifacts created by prior builds.</a:t>
            </a:r>
          </a:p>
          <a:p>
            <a:r>
              <a:rPr lang="en-US" b="1" dirty="0"/>
              <a:t>default</a:t>
            </a:r>
            <a:r>
              <a:rPr lang="en-US" dirty="0"/>
              <a:t>: used to build the application.</a:t>
            </a:r>
          </a:p>
          <a:p>
            <a:r>
              <a:rPr lang="en-US" b="1" dirty="0"/>
              <a:t>site</a:t>
            </a:r>
            <a:r>
              <a:rPr lang="en-US" dirty="0"/>
              <a:t>: generates site documentation for the project.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b="1" dirty="0" smtClean="0"/>
              <a:t>Different </a:t>
            </a:r>
            <a:r>
              <a:rPr lang="en-US" b="1" dirty="0"/>
              <a:t>phases of a Maven Build </a:t>
            </a:r>
            <a:r>
              <a:rPr lang="en-US" b="1" dirty="0" smtClean="0"/>
              <a:t>Lifecycle</a:t>
            </a:r>
          </a:p>
          <a:p>
            <a:pPr>
              <a:buNone/>
            </a:pPr>
            <a:r>
              <a:rPr lang="en-US" b="1" dirty="0" smtClean="0"/>
              <a:t>Different </a:t>
            </a:r>
            <a:r>
              <a:rPr lang="en-US" b="1" dirty="0"/>
              <a:t>types of Build </a:t>
            </a:r>
            <a:r>
              <a:rPr lang="en-US" b="1" dirty="0" smtClean="0"/>
              <a:t>Profiles:</a:t>
            </a:r>
            <a:endParaRPr lang="en-US" dirty="0"/>
          </a:p>
          <a:p>
            <a:r>
              <a:rPr lang="en-US" dirty="0"/>
              <a:t>Build profiles are of three types −</a:t>
            </a:r>
          </a:p>
          <a:p>
            <a:r>
              <a:rPr lang="en-US" b="1" dirty="0"/>
              <a:t>Per Project</a:t>
            </a:r>
            <a:r>
              <a:rPr lang="en-US" dirty="0"/>
              <a:t> − Defined in the project pom.xml file.</a:t>
            </a:r>
          </a:p>
          <a:p>
            <a:r>
              <a:rPr lang="en-US" b="1" dirty="0"/>
              <a:t>Per-User</a:t>
            </a:r>
            <a:r>
              <a:rPr lang="en-US" dirty="0"/>
              <a:t> − Defined in Maven settings XML file &amp;#40;%USER_HOME%/.m2/settings.xml&amp;#41;</a:t>
            </a:r>
          </a:p>
          <a:p>
            <a:r>
              <a:rPr lang="en-US" b="1" dirty="0"/>
              <a:t>Global</a:t>
            </a:r>
            <a:r>
              <a:rPr lang="en-US" dirty="0"/>
              <a:t> −Defined in Maven global settings xml file &amp;#40;%M2_HOME%/conf/settings.xml&amp;#41;</a:t>
            </a:r>
          </a:p>
          <a:p>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r>
              <a:rPr lang="en-US" dirty="0"/>
              <a:t/>
            </a:r>
            <a:br>
              <a:rPr lang="en-US" dirty="0"/>
            </a:br>
            <a:r>
              <a:rPr lang="en-US" dirty="0"/>
              <a:t>The chosen answer is great, but still I would like to add something small to the topic. An illustration.</a:t>
            </a:r>
          </a:p>
          <a:p>
            <a:pPr fontAlgn="base"/>
            <a:r>
              <a:rPr lang="en-US" dirty="0"/>
              <a:t>It clearly demonstrates how the different phases </a:t>
            </a:r>
            <a:r>
              <a:rPr lang="en-US" dirty="0" err="1"/>
              <a:t>binded</a:t>
            </a:r>
            <a:r>
              <a:rPr lang="en-US" dirty="0"/>
              <a:t> to different </a:t>
            </a:r>
            <a:r>
              <a:rPr lang="en-US" dirty="0" err="1"/>
              <a:t>plugins</a:t>
            </a:r>
            <a:r>
              <a:rPr lang="en-US" dirty="0"/>
              <a:t> and the goals that those </a:t>
            </a:r>
            <a:r>
              <a:rPr lang="en-US" dirty="0" err="1"/>
              <a:t>plugins</a:t>
            </a:r>
            <a:r>
              <a:rPr lang="en-US" dirty="0"/>
              <a:t> expose.</a:t>
            </a:r>
          </a:p>
          <a:p>
            <a:pPr fontAlgn="base"/>
            <a:r>
              <a:rPr lang="en-US" dirty="0"/>
              <a:t>So, let's examine a case of running something like </a:t>
            </a:r>
            <a:r>
              <a:rPr lang="en-US" dirty="0" err="1"/>
              <a:t>mvn</a:t>
            </a:r>
            <a:r>
              <a:rPr lang="en-US" dirty="0"/>
              <a:t> compile:</a:t>
            </a:r>
          </a:p>
          <a:p>
            <a:pPr fontAlgn="base"/>
            <a:r>
              <a:rPr lang="en-US" dirty="0"/>
              <a:t>It's a </a:t>
            </a:r>
            <a:r>
              <a:rPr lang="en-US" b="1" dirty="0"/>
              <a:t>phase</a:t>
            </a:r>
            <a:r>
              <a:rPr lang="en-US" dirty="0"/>
              <a:t> which execute the compiler </a:t>
            </a:r>
            <a:r>
              <a:rPr lang="en-US" b="1" dirty="0" err="1"/>
              <a:t>plugin</a:t>
            </a:r>
            <a:r>
              <a:rPr lang="en-US" dirty="0"/>
              <a:t> with compile </a:t>
            </a:r>
            <a:r>
              <a:rPr lang="en-US" b="1" dirty="0"/>
              <a:t>goal</a:t>
            </a:r>
            <a:endParaRPr lang="en-US" dirty="0"/>
          </a:p>
          <a:p>
            <a:pPr fontAlgn="base"/>
            <a:r>
              <a:rPr lang="en-US" dirty="0"/>
              <a:t>Compiler </a:t>
            </a:r>
            <a:r>
              <a:rPr lang="en-US" dirty="0" err="1"/>
              <a:t>plugin</a:t>
            </a:r>
            <a:r>
              <a:rPr lang="en-US" dirty="0"/>
              <a:t> got different goals. For </a:t>
            </a:r>
            <a:r>
              <a:rPr lang="en-US" dirty="0" err="1"/>
              <a:t>mvn</a:t>
            </a:r>
            <a:r>
              <a:rPr lang="en-US" dirty="0"/>
              <a:t> compile it's mapped to a specific goal, the compile goal.</a:t>
            </a:r>
          </a:p>
          <a:p>
            <a:pPr fontAlgn="base"/>
            <a:r>
              <a:rPr lang="en-US" dirty="0"/>
              <a:t>It's the same as running </a:t>
            </a:r>
            <a:r>
              <a:rPr lang="en-US" dirty="0" err="1"/>
              <a:t>mvn</a:t>
            </a:r>
            <a:r>
              <a:rPr lang="en-US" dirty="0"/>
              <a:t> </a:t>
            </a:r>
            <a:r>
              <a:rPr lang="en-US" dirty="0" err="1"/>
              <a:t>compiler:compile</a:t>
            </a:r>
            <a:endParaRPr lang="en-US" dirty="0"/>
          </a:p>
          <a:p>
            <a:pPr fontAlgn="base"/>
            <a:r>
              <a:rPr lang="en-US" dirty="0"/>
              <a:t>Therefore, </a:t>
            </a:r>
            <a:r>
              <a:rPr lang="en-US" b="1" dirty="0"/>
              <a:t>phase is made up of </a:t>
            </a:r>
            <a:r>
              <a:rPr lang="en-US" b="1" dirty="0" err="1"/>
              <a:t>plugin</a:t>
            </a:r>
            <a:r>
              <a:rPr lang="en-US" b="1" dirty="0"/>
              <a:t> goals</a:t>
            </a:r>
            <a:r>
              <a:rPr lang="en-US" dirty="0"/>
              <a:t>.</a:t>
            </a:r>
          </a:p>
          <a:p>
            <a:r>
              <a:rPr lang="en-US" dirty="0" smtClean="0"/>
              <a:t/>
            </a:r>
            <a:br>
              <a:rPr lang="en-US" dirty="0" smtClean="0"/>
            </a:b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nter image description here"/>
          <p:cNvPicPr>
            <a:picLocks noGrp="1"/>
          </p:cNvPicPr>
          <p:nvPr>
            <p:ph idx="1"/>
          </p:nvPr>
        </p:nvPicPr>
        <p:blipFill>
          <a:blip r:embed="rId2"/>
          <a:srcRect/>
          <a:stretch>
            <a:fillRect/>
          </a:stretch>
        </p:blipFill>
        <p:spPr bwMode="auto">
          <a:xfrm>
            <a:off x="1771650" y="2405856"/>
            <a:ext cx="5600700" cy="29146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hlinkClick r:id="rId2"/>
              </a:rPr>
              <a:t>https://www.journaldev.com/33645/maven-commands-options-cheat-sheet</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aven Commands Cheat Sheet"/>
          <p:cNvPicPr>
            <a:picLocks noGrp="1"/>
          </p:cNvPicPr>
          <p:nvPr>
            <p:ph idx="1"/>
          </p:nvPr>
        </p:nvPicPr>
        <p:blipFill>
          <a:blip r:embed="rId2"/>
          <a:srcRect/>
          <a:stretch>
            <a:fillRect/>
          </a:stretch>
        </p:blipFill>
        <p:spPr bwMode="auto">
          <a:xfrm>
            <a:off x="838200" y="1600200"/>
            <a:ext cx="7543799" cy="452596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hlinkClick r:id="rId2"/>
              </a:rPr>
              <a:t>https://www.edureka.co/blog/interview-questions/maven-interview-questions/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279</Words>
  <Application>Microsoft Office PowerPoint</Application>
  <PresentationFormat>On-screen Show (4:3)</PresentationFormat>
  <Paragraphs>76</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Maven POM.XML ,Settings.xml</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Maven POM.XML ,Settings.xml</dc:title>
  <dc:creator>user</dc:creator>
  <cp:lastModifiedBy>user</cp:lastModifiedBy>
  <cp:revision>34</cp:revision>
  <dcterms:created xsi:type="dcterms:W3CDTF">2020-07-27T07:17:24Z</dcterms:created>
  <dcterms:modified xsi:type="dcterms:W3CDTF">2020-07-27T09:50:51Z</dcterms:modified>
</cp:coreProperties>
</file>